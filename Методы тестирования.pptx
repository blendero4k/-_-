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26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945" y="457200"/>
            <a:ext cx="5636029" cy="55333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034935"/>
            <a:ext cx="4821382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Методы тестирования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2115589"/>
            <a:ext cx="4821382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</a:rPr>
              <a:t>В презентации мы рассмотрим различные методы тестирования программного обеспечения, включая статическое и динамическое тестирование, ручное и автоматизированное. Особое внимание будет уделено классификации методов и критериям их выбора в зависимости от конкретных задач и требований проекта. Также обсудим преимущества и недостатки каждого подхода и рекомендации по их применению на разных уровнях тестирования.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218" y="1080655"/>
            <a:ext cx="3308465" cy="33084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3" y="152971"/>
            <a:ext cx="6650182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Классификация методов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831273" y="1373678"/>
            <a:ext cx="35744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В зависимости от стадии разработки и целей тестирования выделяют статические и динамические методы.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238605" y="1373678"/>
            <a:ext cx="3574473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Статические методы включают анализ кода без его выполнения, в то время как динамические методы требуют запуска программы и проверки её работы в различных условиях.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31273" y="4734913"/>
            <a:ext cx="10806545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Также существуют ручное и автоматизированное тестирование, каждое из которых имеет свои преимущества и применяется в зависимости от требований проекта.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454727" y="262592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</a:rPr>
              <a:t>Статическое тестирование — это метод проверки исходного кода программ на предмет наличия ошибок и несоответствий стандартам качества без непосредственного выполнения программы.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54727" y="397994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</a:rPr>
              <a:t>Этот подход позволяет выявить проблемы на ранних этапах разработки, что способствует повышению надёжности и стабильности программных решений.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54727" y="5197328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</a:rPr>
              <a:t>Применение статического тестирования помогает оптимизировать процесс разработки и снизить количество ошибок в готовой продукции.</a:t>
            </a:r>
            <a:endParaRPr lang="en-US"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DFF1024-7944-108E-22F4-93BB1BC91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21246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894026" y="2456409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Динамическое тестирование — это метод проверки программного обеспечения, который включает в себя выполнение кода с целью обнаружения ошибок и несоответствий.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94026" y="3991656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Оно позволяет оценить работоспособность программы в реальных условиях и выявить проблемы, которые могут быть неочевидны при статическом анализе.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94026" y="5465781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Динамическое тестирование помогает обеспечить надёжность и стабильность работы программного продукта.</a:t>
            </a:r>
            <a:endParaRPr lang="en-US" sz="20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87B7E5C-00B1-58CD-87AC-437ECC054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7411"/>
            <a:ext cx="12192000" cy="27916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5636" y="619298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Ручное тестирование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20768" y="2369778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Ручное тестирование предполагает выполнение тестов вручную специалистом без использования автоматизированных инструментов.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58144" y="2369778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Этот метод позволяет детально исследовать интерфейс и выявить проблемы, которые могут остаться незамеченными при автоматическом тестировании.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595519" y="2215830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Однако ручное тестирование может быть более трудоемким и затратным по времени по сравнению с автоматизированными подходами.</a:t>
            </a:r>
            <a:endParaRPr lang="en-US" sz="2000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D4EC263-33B8-FF2A-7942-317C2124B431}"/>
              </a:ext>
            </a:extLst>
          </p:cNvPr>
          <p:cNvCxnSpPr>
            <a:cxnSpLocks/>
          </p:cNvCxnSpPr>
          <p:nvPr/>
        </p:nvCxnSpPr>
        <p:spPr>
          <a:xfrm>
            <a:off x="3845859" y="1667435"/>
            <a:ext cx="0" cy="4571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BE0AA03-1943-6921-99AD-179FA216FA63}"/>
              </a:ext>
            </a:extLst>
          </p:cNvPr>
          <p:cNvCxnSpPr>
            <a:cxnSpLocks/>
          </p:cNvCxnSpPr>
          <p:nvPr/>
        </p:nvCxnSpPr>
        <p:spPr>
          <a:xfrm>
            <a:off x="8175812" y="1667434"/>
            <a:ext cx="0" cy="4571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64" y="415636"/>
            <a:ext cx="3308465" cy="58250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0" y="602102"/>
            <a:ext cx="6679522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Автоматизированное тестирование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4696691" y="1866207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Автоматизированное тестирование позволяет значительно ускорить процесс проверки качества программного продукта и снизить количество ручных ошибок. Оно использует специальные инструменты и скрипты для выполнения тестовых сценариев, что обеспечивает повторяемость и масштабируемость тестирования.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696691" y="4235660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Применение автоматизированного тестирования особенно эффективно для регрессионных проверок и тестирования стабильности системы.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5636" y="619298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Критерии выбора метода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15636" y="2248593"/>
            <a:ext cx="3325091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При выборе метода тестирования необходимо учитывать специфику тестируемого продукта и цели тестирования.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0" y="2248593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Важно оценить доступные ресурсы, такие как время, бюджет и квалификация специалистов, чтобы определить наиболее подходящий метод.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51756" y="224859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Также следует принимать во внимание сложность и объём тестируемой системы, что поможет избежать неэффективного использования ресурсов.</a:t>
            </a:r>
            <a:endParaRPr lang="en-US" sz="2000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982DBF1-47F9-8FE1-215D-8A0EA18B4924}"/>
              </a:ext>
            </a:extLst>
          </p:cNvPr>
          <p:cNvCxnSpPr>
            <a:cxnSpLocks/>
          </p:cNvCxnSpPr>
          <p:nvPr/>
        </p:nvCxnSpPr>
        <p:spPr>
          <a:xfrm>
            <a:off x="3845859" y="1667435"/>
            <a:ext cx="0" cy="4571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2A0D48F-1B9D-4214-8C6C-E917903B5DD6}"/>
              </a:ext>
            </a:extLst>
          </p:cNvPr>
          <p:cNvCxnSpPr>
            <a:cxnSpLocks/>
          </p:cNvCxnSpPr>
          <p:nvPr/>
        </p:nvCxnSpPr>
        <p:spPr>
          <a:xfrm>
            <a:off x="8274423" y="1667435"/>
            <a:ext cx="0" cy="4571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523702"/>
            <a:ext cx="4651277" cy="6051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1272" y="577734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Преимущества и недостатки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831273" y="1610550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Методы тестирования обладают рядом преимуществ, включая высокую точность результатов и возможность раннего выявления дефектов, что позволяет сократить время и затраты на исправление ошибок в дальнейшем.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31273" y="3528753"/>
            <a:ext cx="5818909" cy="217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Однако существуют и недостатки, такие как необходимость тщательной подготовки тестовых сценариев и риск человеческого фактора при интерпретации результатов, что может привести к некорректным выводам и упущению важных проблем. Кроме того, некоторые методы тестирования требуют значительных временных и финансовых вложений, что может ограничивать их применение в зависимости от бюджета и сроков проекта.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33386" y="751324"/>
            <a:ext cx="9975273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</a:rPr>
              <a:t>Тестирование на разных уровнях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033386" y="2368231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Тестирование на разных уровнях включает проверку функциональности, интеграцию компонентов и проверку соответствия системы требованиям.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33386" y="3532013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На этапе модульного тестирования анализируются отдельные части системы, затем следует интеграционное тестирование, где проверяется взаимодействие между модулями, и в завершение — системное тестирование, которое охватывает всю систему в целом. Это позволяет выявить и устранить ошибки на каждом этапе разработки.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64" y="415636"/>
            <a:ext cx="3226745" cy="58947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696691" y="653527"/>
            <a:ext cx="581890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800" b="1" dirty="0">
                <a:solidFill>
                  <a:srgbClr val="000000"/>
                </a:solidFill>
              </a:rPr>
              <a:t>Инструкция использования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4696691" y="1884136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Перед началом тестирования необходимо тщательно изучить документацию и определить цели проверки, чтобы выбрать наиболее подходящие методы и избежать лишних затрат времени. Важно учитывать специфику тестируемого продукта и требования заказчика для эффективного планирования и проведения тестирования.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696690" y="4212025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</a:rPr>
              <a:t>Рекомендуется использовать комбинацию различных методов тестирования для повышения точности и надёжности результатов.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598</Words>
  <Application>Microsoft Office PowerPoint</Application>
  <PresentationFormat>Широкоэкранный</PresentationFormat>
  <Paragraphs>42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ВЛАДИМИР САФАРГАЛЕЕВ</cp:lastModifiedBy>
  <cp:revision>2</cp:revision>
  <dcterms:created xsi:type="dcterms:W3CDTF">2025-11-30T06:01:02Z</dcterms:created>
  <dcterms:modified xsi:type="dcterms:W3CDTF">2025-11-30T06:18:15Z</dcterms:modified>
</cp:coreProperties>
</file>