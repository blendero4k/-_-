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60" r:id="rId4"/>
    <p:sldId id="264" r:id="rId5"/>
    <p:sldId id="259" r:id="rId6"/>
    <p:sldId id="265" r:id="rId7"/>
    <p:sldId id="262" r:id="rId8"/>
    <p:sldId id="266" r:id="rId9"/>
    <p:sldId id="263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836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ВЛАДИМИР САФАРГАЛЕЕВ" userId="77d0840ec18d71c4" providerId="LiveId" clId="{2483B9EC-EF23-4393-8543-85BA249316F4}"/>
    <pc:docChg chg="undo redo custSel addSld delSld modSld">
      <pc:chgData name="ВЛАДИМИР САФАРГАЛЕЕВ" userId="77d0840ec18d71c4" providerId="LiveId" clId="{2483B9EC-EF23-4393-8543-85BA249316F4}" dt="2025-12-01T00:47:07.099" v="471" actId="20577"/>
      <pc:docMkLst>
        <pc:docMk/>
      </pc:docMkLst>
      <pc:sldChg chg="addSp modSp new mod">
        <pc:chgData name="ВЛАДИМИР САФАРГАЛЕЕВ" userId="77d0840ec18d71c4" providerId="LiveId" clId="{2483B9EC-EF23-4393-8543-85BA249316F4}" dt="2025-12-01T00:40:34.619" v="406" actId="1076"/>
        <pc:sldMkLst>
          <pc:docMk/>
          <pc:sldMk cId="1667938023" sldId="256"/>
        </pc:sldMkLst>
        <pc:spChg chg="mod">
          <ac:chgData name="ВЛАДИМИР САФАРГАЛЕЕВ" userId="77d0840ec18d71c4" providerId="LiveId" clId="{2483B9EC-EF23-4393-8543-85BA249316F4}" dt="2025-11-30T14:12:58.333" v="21" actId="16037"/>
          <ac:spMkLst>
            <pc:docMk/>
            <pc:sldMk cId="1667938023" sldId="256"/>
            <ac:spMk id="2" creationId="{2B6AE3C9-6241-054A-9F66-BD79C76D0AAC}"/>
          </ac:spMkLst>
        </pc:spChg>
        <pc:spChg chg="mod">
          <ac:chgData name="ВЛАДИМИР САФАРГАЛЕЕВ" userId="77d0840ec18d71c4" providerId="LiveId" clId="{2483B9EC-EF23-4393-8543-85BA249316F4}" dt="2025-11-30T14:13:44.893" v="59" actId="20577"/>
          <ac:spMkLst>
            <pc:docMk/>
            <pc:sldMk cId="1667938023" sldId="256"/>
            <ac:spMk id="3" creationId="{B48F5648-51F1-FCDE-969C-E730E84616E2}"/>
          </ac:spMkLst>
        </pc:spChg>
        <pc:picChg chg="add mod">
          <ac:chgData name="ВЛАДИМИР САФАРГАЛЕЕВ" userId="77d0840ec18d71c4" providerId="LiveId" clId="{2483B9EC-EF23-4393-8543-85BA249316F4}" dt="2025-12-01T00:40:34.619" v="406" actId="1076"/>
          <ac:picMkLst>
            <pc:docMk/>
            <pc:sldMk cId="1667938023" sldId="256"/>
            <ac:picMk id="5" creationId="{38D1697D-805D-E0A7-2E22-8B44FCBD0643}"/>
          </ac:picMkLst>
        </pc:picChg>
      </pc:sldChg>
      <pc:sldChg chg="modSp new mod">
        <pc:chgData name="ВЛАДИМИР САФАРГАЛЕЕВ" userId="77d0840ec18d71c4" providerId="LiveId" clId="{2483B9EC-EF23-4393-8543-85BA249316F4}" dt="2025-11-30T14:16:06.083" v="86" actId="20577"/>
        <pc:sldMkLst>
          <pc:docMk/>
          <pc:sldMk cId="4207607641" sldId="257"/>
        </pc:sldMkLst>
        <pc:spChg chg="mod">
          <ac:chgData name="ВЛАДИМИР САФАРГАЛЕЕВ" userId="77d0840ec18d71c4" providerId="LiveId" clId="{2483B9EC-EF23-4393-8543-85BA249316F4}" dt="2025-11-30T14:16:06.083" v="86" actId="20577"/>
          <ac:spMkLst>
            <pc:docMk/>
            <pc:sldMk cId="4207607641" sldId="257"/>
            <ac:spMk id="2" creationId="{A9FC39C6-AE98-9476-4C90-C3DF298C9384}"/>
          </ac:spMkLst>
        </pc:spChg>
        <pc:spChg chg="mod">
          <ac:chgData name="ВЛАДИМИР САФАРГАЛЕЕВ" userId="77d0840ec18d71c4" providerId="LiveId" clId="{2483B9EC-EF23-4393-8543-85BA249316F4}" dt="2025-11-30T14:15:26.219" v="64" actId="5793"/>
          <ac:spMkLst>
            <pc:docMk/>
            <pc:sldMk cId="4207607641" sldId="257"/>
            <ac:spMk id="3" creationId="{81E7B4A9-F349-F9F0-A134-42B41A5C1865}"/>
          </ac:spMkLst>
        </pc:spChg>
      </pc:sldChg>
      <pc:sldChg chg="addSp delSp modSp new del mod">
        <pc:chgData name="ВЛАДИМИР САФАРГАЛЕЕВ" userId="77d0840ec18d71c4" providerId="LiveId" clId="{2483B9EC-EF23-4393-8543-85BA249316F4}" dt="2025-12-01T00:27:33.080" v="279" actId="47"/>
        <pc:sldMkLst>
          <pc:docMk/>
          <pc:sldMk cId="581849297" sldId="258"/>
        </pc:sldMkLst>
        <pc:spChg chg="mod">
          <ac:chgData name="ВЛАДИМИР САФАРГАЛЕЕВ" userId="77d0840ec18d71c4" providerId="LiveId" clId="{2483B9EC-EF23-4393-8543-85BA249316F4}" dt="2025-11-30T14:15:47.135" v="78" actId="20577"/>
          <ac:spMkLst>
            <pc:docMk/>
            <pc:sldMk cId="581849297" sldId="258"/>
            <ac:spMk id="2" creationId="{9F764C3C-E372-233F-40DD-2D774AFA47F1}"/>
          </ac:spMkLst>
        </pc:spChg>
        <pc:spChg chg="del mod">
          <ac:chgData name="ВЛАДИМИР САФАРГАЛЕЕВ" userId="77d0840ec18d71c4" providerId="LiveId" clId="{2483B9EC-EF23-4393-8543-85BA249316F4}" dt="2025-11-30T14:16:49.730" v="87" actId="1032"/>
          <ac:spMkLst>
            <pc:docMk/>
            <pc:sldMk cId="581849297" sldId="258"/>
            <ac:spMk id="3" creationId="{ABDC35CE-EF0E-1F68-9BFB-9CDD828C65D7}"/>
          </ac:spMkLst>
        </pc:spChg>
        <pc:graphicFrameChg chg="add mod modGraphic">
          <ac:chgData name="ВЛАДИМИР САФАРГАЛЕЕВ" userId="77d0840ec18d71c4" providerId="LiveId" clId="{2483B9EC-EF23-4393-8543-85BA249316F4}" dt="2025-11-30T16:22:42.543" v="163"/>
          <ac:graphicFrameMkLst>
            <pc:docMk/>
            <pc:sldMk cId="581849297" sldId="258"/>
            <ac:graphicFrameMk id="4" creationId="{81ABF2AC-F472-911E-CFA5-83CD95987FDF}"/>
          </ac:graphicFrameMkLst>
        </pc:graphicFrameChg>
      </pc:sldChg>
      <pc:sldChg chg="addSp delSp modSp new mod">
        <pc:chgData name="ВЛАДИМИР САФАРГАЛЕЕВ" userId="77d0840ec18d71c4" providerId="LiveId" clId="{2483B9EC-EF23-4393-8543-85BA249316F4}" dt="2025-12-01T00:46:23.890" v="469" actId="1076"/>
        <pc:sldMkLst>
          <pc:docMk/>
          <pc:sldMk cId="107381438" sldId="259"/>
        </pc:sldMkLst>
        <pc:spChg chg="mod">
          <ac:chgData name="ВЛАДИМИР САФАРГАЛЕЕВ" userId="77d0840ec18d71c4" providerId="LiveId" clId="{2483B9EC-EF23-4393-8543-85BA249316F4}" dt="2025-11-30T14:19:56.362" v="107"/>
          <ac:spMkLst>
            <pc:docMk/>
            <pc:sldMk cId="107381438" sldId="259"/>
            <ac:spMk id="2" creationId="{08AAA87F-14D9-B4BE-C52D-821898AE1A55}"/>
          </ac:spMkLst>
        </pc:spChg>
        <pc:spChg chg="mod">
          <ac:chgData name="ВЛАДИМИР САФАРГАЛЕЕВ" userId="77d0840ec18d71c4" providerId="LiveId" clId="{2483B9EC-EF23-4393-8543-85BA249316F4}" dt="2025-12-01T00:46:20.452" v="468" actId="1076"/>
          <ac:spMkLst>
            <pc:docMk/>
            <pc:sldMk cId="107381438" sldId="259"/>
            <ac:spMk id="3" creationId="{301F003D-F31F-42B9-1C98-B10F2A171502}"/>
          </ac:spMkLst>
        </pc:spChg>
        <pc:picChg chg="add del mod">
          <ac:chgData name="ВЛАДИМИР САФАРГАЛЕЕВ" userId="77d0840ec18d71c4" providerId="LiveId" clId="{2483B9EC-EF23-4393-8543-85BA249316F4}" dt="2025-12-01T00:44:06.972" v="446" actId="478"/>
          <ac:picMkLst>
            <pc:docMk/>
            <pc:sldMk cId="107381438" sldId="259"/>
            <ac:picMk id="2050" creationId="{B1248D8B-6EDC-D3B0-6650-C891D77C1794}"/>
          </ac:picMkLst>
        </pc:picChg>
        <pc:picChg chg="add mod">
          <ac:chgData name="ВЛАДИМИР САФАРГАЛЕЕВ" userId="77d0840ec18d71c4" providerId="LiveId" clId="{2483B9EC-EF23-4393-8543-85BA249316F4}" dt="2025-12-01T00:44:11.012" v="449" actId="1076"/>
          <ac:picMkLst>
            <pc:docMk/>
            <pc:sldMk cId="107381438" sldId="259"/>
            <ac:picMk id="2052" creationId="{3A08880A-E8EC-79ED-9374-9C7831F9D8F1}"/>
          </ac:picMkLst>
        </pc:picChg>
        <pc:picChg chg="add mod">
          <ac:chgData name="ВЛАДИМИР САФАРГАЛЕЕВ" userId="77d0840ec18d71c4" providerId="LiveId" clId="{2483B9EC-EF23-4393-8543-85BA249316F4}" dt="2025-12-01T00:45:01.292" v="453" actId="14100"/>
          <ac:picMkLst>
            <pc:docMk/>
            <pc:sldMk cId="107381438" sldId="259"/>
            <ac:picMk id="2054" creationId="{EA4C2749-53B7-D852-924A-838A720ACA99}"/>
          </ac:picMkLst>
        </pc:picChg>
        <pc:picChg chg="add mod">
          <ac:chgData name="ВЛАДИМИР САФАРГАЛЕЕВ" userId="77d0840ec18d71c4" providerId="LiveId" clId="{2483B9EC-EF23-4393-8543-85BA249316F4}" dt="2025-12-01T00:46:23.890" v="469" actId="1076"/>
          <ac:picMkLst>
            <pc:docMk/>
            <pc:sldMk cId="107381438" sldId="259"/>
            <ac:picMk id="2056" creationId="{E55756CB-FC6E-A71D-B524-3C6EC7D1BB76}"/>
          </ac:picMkLst>
        </pc:picChg>
      </pc:sldChg>
      <pc:sldChg chg="addSp modSp new mod">
        <pc:chgData name="ВЛАДИМИР САФАРГАЛЕЕВ" userId="77d0840ec18d71c4" providerId="LiveId" clId="{2483B9EC-EF23-4393-8543-85BA249316F4}" dt="2025-12-01T00:42:53.763" v="437" actId="1076"/>
        <pc:sldMkLst>
          <pc:docMk/>
          <pc:sldMk cId="2260757435" sldId="260"/>
        </pc:sldMkLst>
        <pc:spChg chg="mod">
          <ac:chgData name="ВЛАДИМИР САФАРГАЛЕЕВ" userId="77d0840ec18d71c4" providerId="LiveId" clId="{2483B9EC-EF23-4393-8543-85BA249316F4}" dt="2025-12-01T00:41:16.379" v="410" actId="14100"/>
          <ac:spMkLst>
            <pc:docMk/>
            <pc:sldMk cId="2260757435" sldId="260"/>
            <ac:spMk id="2" creationId="{4E2EB48A-8CCB-6571-9F6D-69B1594758D4}"/>
          </ac:spMkLst>
        </pc:spChg>
        <pc:spChg chg="mod">
          <ac:chgData name="ВЛАДИМИР САФАРГАЛЕЕВ" userId="77d0840ec18d71c4" providerId="LiveId" clId="{2483B9EC-EF23-4393-8543-85BA249316F4}" dt="2025-12-01T00:42:51.183" v="436" actId="20577"/>
          <ac:spMkLst>
            <pc:docMk/>
            <pc:sldMk cId="2260757435" sldId="260"/>
            <ac:spMk id="3" creationId="{098A865B-A739-D540-4EB6-166740382769}"/>
          </ac:spMkLst>
        </pc:spChg>
        <pc:picChg chg="add mod">
          <ac:chgData name="ВЛАДИМИР САФАРГАЛЕЕВ" userId="77d0840ec18d71c4" providerId="LiveId" clId="{2483B9EC-EF23-4393-8543-85BA249316F4}" dt="2025-12-01T00:41:16.379" v="410" actId="14100"/>
          <ac:picMkLst>
            <pc:docMk/>
            <pc:sldMk cId="2260757435" sldId="260"/>
            <ac:picMk id="1026" creationId="{5ECC6819-6E8C-97A7-9816-9430D5A642B5}"/>
          </ac:picMkLst>
        </pc:picChg>
        <pc:picChg chg="add mod">
          <ac:chgData name="ВЛАДИМИР САФАРГАЛЕЕВ" userId="77d0840ec18d71c4" providerId="LiveId" clId="{2483B9EC-EF23-4393-8543-85BA249316F4}" dt="2025-12-01T00:42:53.763" v="437" actId="1076"/>
          <ac:picMkLst>
            <pc:docMk/>
            <pc:sldMk cId="2260757435" sldId="260"/>
            <ac:picMk id="1028" creationId="{7418101F-6E03-6FAD-A405-E3777C1F24C1}"/>
          </ac:picMkLst>
        </pc:picChg>
      </pc:sldChg>
      <pc:sldChg chg="addSp delSp modSp new del mod">
        <pc:chgData name="ВЛАДИМИР САФАРГАЛЕЕВ" userId="77d0840ec18d71c4" providerId="LiveId" clId="{2483B9EC-EF23-4393-8543-85BA249316F4}" dt="2025-12-01T00:29:54.489" v="310" actId="47"/>
        <pc:sldMkLst>
          <pc:docMk/>
          <pc:sldMk cId="3435647109" sldId="261"/>
        </pc:sldMkLst>
        <pc:spChg chg="mod">
          <ac:chgData name="ВЛАДИМИР САФАРГАЛЕЕВ" userId="77d0840ec18d71c4" providerId="LiveId" clId="{2483B9EC-EF23-4393-8543-85BA249316F4}" dt="2025-11-30T14:21:13.543" v="123" actId="20577"/>
          <ac:spMkLst>
            <pc:docMk/>
            <pc:sldMk cId="3435647109" sldId="261"/>
            <ac:spMk id="2" creationId="{3CE16705-28A9-EE25-F321-AB45841D8FE8}"/>
          </ac:spMkLst>
        </pc:spChg>
        <pc:spChg chg="del">
          <ac:chgData name="ВЛАДИМИР САФАРГАЛЕЕВ" userId="77d0840ec18d71c4" providerId="LiveId" clId="{2483B9EC-EF23-4393-8543-85BA249316F4}" dt="2025-11-30T14:21:21.360" v="124"/>
          <ac:spMkLst>
            <pc:docMk/>
            <pc:sldMk cId="3435647109" sldId="261"/>
            <ac:spMk id="3" creationId="{E96805EB-0EE4-2FEE-E151-43E32690522B}"/>
          </ac:spMkLst>
        </pc:spChg>
        <pc:graphicFrameChg chg="add mod modGraphic">
          <ac:chgData name="ВЛАДИМИР САФАРГАЛЕЕВ" userId="77d0840ec18d71c4" providerId="LiveId" clId="{2483B9EC-EF23-4393-8543-85BA249316F4}" dt="2025-12-01T00:29:26.417" v="303" actId="20577"/>
          <ac:graphicFrameMkLst>
            <pc:docMk/>
            <pc:sldMk cId="3435647109" sldId="261"/>
            <ac:graphicFrameMk id="4" creationId="{FFE54D0E-086D-764E-4EEE-314B4FD2741A}"/>
          </ac:graphicFrameMkLst>
        </pc:graphicFrameChg>
      </pc:sldChg>
      <pc:sldChg chg="modSp new mod">
        <pc:chgData name="ВЛАДИМИР САФАРГАЛЕЕВ" userId="77d0840ec18d71c4" providerId="LiveId" clId="{2483B9EC-EF23-4393-8543-85BA249316F4}" dt="2025-12-01T00:34:38.966" v="342" actId="27636"/>
        <pc:sldMkLst>
          <pc:docMk/>
          <pc:sldMk cId="3237858276" sldId="262"/>
        </pc:sldMkLst>
        <pc:spChg chg="mod">
          <ac:chgData name="ВЛАДИМИР САФАРГАЛЕЕВ" userId="77d0840ec18d71c4" providerId="LiveId" clId="{2483B9EC-EF23-4393-8543-85BA249316F4}" dt="2025-11-30T14:23:19.245" v="138" actId="27636"/>
          <ac:spMkLst>
            <pc:docMk/>
            <pc:sldMk cId="3237858276" sldId="262"/>
            <ac:spMk id="2" creationId="{B815D7C4-5949-005E-FCDF-339E6F626DF7}"/>
          </ac:spMkLst>
        </pc:spChg>
        <pc:spChg chg="mod">
          <ac:chgData name="ВЛАДИМИР САФАРГАЛЕЕВ" userId="77d0840ec18d71c4" providerId="LiveId" clId="{2483B9EC-EF23-4393-8543-85BA249316F4}" dt="2025-12-01T00:34:38.966" v="342" actId="27636"/>
          <ac:spMkLst>
            <pc:docMk/>
            <pc:sldMk cId="3237858276" sldId="262"/>
            <ac:spMk id="3" creationId="{B62D65AF-4E6A-EC7C-F749-7BBABF392D5A}"/>
          </ac:spMkLst>
        </pc:spChg>
      </pc:sldChg>
      <pc:sldChg chg="modSp new mod">
        <pc:chgData name="ВЛАДИМИР САФАРГАЛЕЕВ" userId="77d0840ec18d71c4" providerId="LiveId" clId="{2483B9EC-EF23-4393-8543-85BA249316F4}" dt="2025-12-01T00:47:07.099" v="471" actId="20577"/>
        <pc:sldMkLst>
          <pc:docMk/>
          <pc:sldMk cId="2986439734" sldId="263"/>
        </pc:sldMkLst>
        <pc:spChg chg="mod">
          <ac:chgData name="ВЛАДИМИР САФАРГАЛЕЕВ" userId="77d0840ec18d71c4" providerId="LiveId" clId="{2483B9EC-EF23-4393-8543-85BA249316F4}" dt="2025-12-01T00:35:00.572" v="343"/>
          <ac:spMkLst>
            <pc:docMk/>
            <pc:sldMk cId="2986439734" sldId="263"/>
            <ac:spMk id="2" creationId="{1EE90BA5-571D-149E-2044-479C1CBCCEB6}"/>
          </ac:spMkLst>
        </pc:spChg>
        <pc:spChg chg="mod">
          <ac:chgData name="ВЛАДИМИР САФАРГАЛЕЕВ" userId="77d0840ec18d71c4" providerId="LiveId" clId="{2483B9EC-EF23-4393-8543-85BA249316F4}" dt="2025-12-01T00:47:07.099" v="471" actId="20577"/>
          <ac:spMkLst>
            <pc:docMk/>
            <pc:sldMk cId="2986439734" sldId="263"/>
            <ac:spMk id="3" creationId="{21D580BE-4143-D05B-A26D-0A0ABB4F71B1}"/>
          </ac:spMkLst>
        </pc:spChg>
      </pc:sldChg>
      <pc:sldChg chg="addSp delSp modSp new mod">
        <pc:chgData name="ВЛАДИМИР САФАРГАЛЕЕВ" userId="77d0840ec18d71c4" providerId="LiveId" clId="{2483B9EC-EF23-4393-8543-85BA249316F4}" dt="2025-12-01T00:27:23.679" v="278" actId="14100"/>
        <pc:sldMkLst>
          <pc:docMk/>
          <pc:sldMk cId="835265739" sldId="264"/>
        </pc:sldMkLst>
        <pc:spChg chg="mod">
          <ac:chgData name="ВЛАДИМИР САФАРГАЛЕЕВ" userId="77d0840ec18d71c4" providerId="LiveId" clId="{2483B9EC-EF23-4393-8543-85BA249316F4}" dt="2025-12-01T00:18:58.599" v="205" actId="1076"/>
          <ac:spMkLst>
            <pc:docMk/>
            <pc:sldMk cId="835265739" sldId="264"/>
            <ac:spMk id="2" creationId="{0B05E11D-0278-23B6-EA7E-354DE4CEB672}"/>
          </ac:spMkLst>
        </pc:spChg>
        <pc:spChg chg="del mod">
          <ac:chgData name="ВЛАДИМИР САФАРГАЛЕЕВ" userId="77d0840ec18d71c4" providerId="LiveId" clId="{2483B9EC-EF23-4393-8543-85BA249316F4}" dt="2025-12-01T00:18:06.062" v="182"/>
          <ac:spMkLst>
            <pc:docMk/>
            <pc:sldMk cId="835265739" sldId="264"/>
            <ac:spMk id="3" creationId="{75B5964F-8A02-9555-D6FE-8B0C6FABE366}"/>
          </ac:spMkLst>
        </pc:spChg>
        <pc:spChg chg="add mod">
          <ac:chgData name="ВЛАДИМИР САФАРГАЛЕЕВ" userId="77d0840ec18d71c4" providerId="LiveId" clId="{2483B9EC-EF23-4393-8543-85BA249316F4}" dt="2025-12-01T00:27:07.282" v="273" actId="1076"/>
          <ac:spMkLst>
            <pc:docMk/>
            <pc:sldMk cId="835265739" sldId="264"/>
            <ac:spMk id="4" creationId="{39D63F21-6C30-6985-2B85-61CC4DB2FE4F}"/>
          </ac:spMkLst>
        </pc:spChg>
        <pc:spChg chg="add mod">
          <ac:chgData name="ВЛАДИМИР САФАРГАЛЕЕВ" userId="77d0840ec18d71c4" providerId="LiveId" clId="{2483B9EC-EF23-4393-8543-85BA249316F4}" dt="2025-12-01T00:26:42.441" v="268" actId="1076"/>
          <ac:spMkLst>
            <pc:docMk/>
            <pc:sldMk cId="835265739" sldId="264"/>
            <ac:spMk id="5" creationId="{D02BD657-095E-D64C-F817-797359BF22FA}"/>
          </ac:spMkLst>
        </pc:spChg>
        <pc:spChg chg="add mod">
          <ac:chgData name="ВЛАДИМИР САФАРГАЛЕЕВ" userId="77d0840ec18d71c4" providerId="LiveId" clId="{2483B9EC-EF23-4393-8543-85BA249316F4}" dt="2025-12-01T00:27:11.133" v="274" actId="1076"/>
          <ac:spMkLst>
            <pc:docMk/>
            <pc:sldMk cId="835265739" sldId="264"/>
            <ac:spMk id="6" creationId="{589F4DEB-46B5-9648-90A7-C04FF2857ACA}"/>
          </ac:spMkLst>
        </pc:spChg>
        <pc:spChg chg="add mod">
          <ac:chgData name="ВЛАДИМИР САФАРГАЛЕЕВ" userId="77d0840ec18d71c4" providerId="LiveId" clId="{2483B9EC-EF23-4393-8543-85BA249316F4}" dt="2025-12-01T00:26:59.651" v="271" actId="1076"/>
          <ac:spMkLst>
            <pc:docMk/>
            <pc:sldMk cId="835265739" sldId="264"/>
            <ac:spMk id="7" creationId="{15F29F79-E5FC-3749-F95E-D7DD658945E7}"/>
          </ac:spMkLst>
        </pc:spChg>
        <pc:spChg chg="add mod">
          <ac:chgData name="ВЛАДИМИР САФАРГАЛЕЕВ" userId="77d0840ec18d71c4" providerId="LiveId" clId="{2483B9EC-EF23-4393-8543-85BA249316F4}" dt="2025-12-01T00:27:20.721" v="277" actId="14100"/>
          <ac:spMkLst>
            <pc:docMk/>
            <pc:sldMk cId="835265739" sldId="264"/>
            <ac:spMk id="8" creationId="{9D5FFA02-3618-EAAA-4A3B-5585687DB1AB}"/>
          </ac:spMkLst>
        </pc:spChg>
        <pc:spChg chg="add mod">
          <ac:chgData name="ВЛАДИМИР САФАРГАЛЕЕВ" userId="77d0840ec18d71c4" providerId="LiveId" clId="{2483B9EC-EF23-4393-8543-85BA249316F4}" dt="2025-12-01T00:27:23.679" v="278" actId="14100"/>
          <ac:spMkLst>
            <pc:docMk/>
            <pc:sldMk cId="835265739" sldId="264"/>
            <ac:spMk id="9" creationId="{A3D25741-603D-265A-3C5A-0A04A1960AC0}"/>
          </ac:spMkLst>
        </pc:spChg>
        <pc:spChg chg="add mod">
          <ac:chgData name="ВЛАДИМИР САФАРГАЛЕЕВ" userId="77d0840ec18d71c4" providerId="LiveId" clId="{2483B9EC-EF23-4393-8543-85BA249316F4}" dt="2025-12-01T00:25:36.116" v="253" actId="14100"/>
          <ac:spMkLst>
            <pc:docMk/>
            <pc:sldMk cId="835265739" sldId="264"/>
            <ac:spMk id="13" creationId="{0D21DE56-9BDB-4902-0904-3EFFCCA94EBF}"/>
          </ac:spMkLst>
        </pc:spChg>
        <pc:spChg chg="add mod">
          <ac:chgData name="ВЛАДИМИР САФАРГАЛЕЕВ" userId="77d0840ec18d71c4" providerId="LiveId" clId="{2483B9EC-EF23-4393-8543-85BA249316F4}" dt="2025-12-01T00:25:38.055" v="254" actId="1076"/>
          <ac:spMkLst>
            <pc:docMk/>
            <pc:sldMk cId="835265739" sldId="264"/>
            <ac:spMk id="14" creationId="{BDD4942A-7813-3C57-5656-40203FDA13A6}"/>
          </ac:spMkLst>
        </pc:spChg>
        <pc:spChg chg="add mod">
          <ac:chgData name="ВЛАДИМИР САФАРГАЛЕЕВ" userId="77d0840ec18d71c4" providerId="LiveId" clId="{2483B9EC-EF23-4393-8543-85BA249316F4}" dt="2025-12-01T00:25:40.189" v="255" actId="1076"/>
          <ac:spMkLst>
            <pc:docMk/>
            <pc:sldMk cId="835265739" sldId="264"/>
            <ac:spMk id="15" creationId="{F148406B-139B-685C-7EFF-F03550EB3BF9}"/>
          </ac:spMkLst>
        </pc:spChg>
        <pc:spChg chg="add mod">
          <ac:chgData name="ВЛАДИМИР САФАРГАЛЕЕВ" userId="77d0840ec18d71c4" providerId="LiveId" clId="{2483B9EC-EF23-4393-8543-85BA249316F4}" dt="2025-12-01T00:26:19.506" v="262" actId="14100"/>
          <ac:spMkLst>
            <pc:docMk/>
            <pc:sldMk cId="835265739" sldId="264"/>
            <ac:spMk id="16" creationId="{2A9CBC47-934B-F968-F5F6-CF6BAA4977A9}"/>
          </ac:spMkLst>
        </pc:spChg>
        <pc:cxnChg chg="add mod">
          <ac:chgData name="ВЛАДИМИР САФАРГАЛЕЕВ" userId="77d0840ec18d71c4" providerId="LiveId" clId="{2483B9EC-EF23-4393-8543-85BA249316F4}" dt="2025-12-01T00:22:23.457" v="236" actId="14100"/>
          <ac:cxnSpMkLst>
            <pc:docMk/>
            <pc:sldMk cId="835265739" sldId="264"/>
            <ac:cxnSpMk id="11" creationId="{DA944F10-0501-3A38-D3D7-57530A5B2AE6}"/>
          </ac:cxnSpMkLst>
        </pc:cxnChg>
      </pc:sldChg>
      <pc:sldChg chg="addSp delSp modSp add mod">
        <pc:chgData name="ВЛАДИМИР САФАРГАЛЕЕВ" userId="77d0840ec18d71c4" providerId="LiveId" clId="{2483B9EC-EF23-4393-8543-85BA249316F4}" dt="2025-12-01T00:29:40.670" v="307" actId="478"/>
        <pc:sldMkLst>
          <pc:docMk/>
          <pc:sldMk cId="1294091772" sldId="265"/>
        </pc:sldMkLst>
        <pc:spChg chg="add mod">
          <ac:chgData name="ВЛАДИМИР САФАРГАЛЕЕВ" userId="77d0840ec18d71c4" providerId="LiveId" clId="{2483B9EC-EF23-4393-8543-85BA249316F4}" dt="2025-12-01T00:29:10.833" v="300" actId="14100"/>
          <ac:spMkLst>
            <pc:docMk/>
            <pc:sldMk cId="1294091772" sldId="265"/>
            <ac:spMk id="3" creationId="{0BD84CE5-170A-89D4-DCDF-3039F973693F}"/>
          </ac:spMkLst>
        </pc:spChg>
        <pc:spChg chg="mod">
          <ac:chgData name="ВЛАДИМИР САФАРГАЛЕЕВ" userId="77d0840ec18d71c4" providerId="LiveId" clId="{2483B9EC-EF23-4393-8543-85BA249316F4}" dt="2025-12-01T00:28:06.002" v="284" actId="14100"/>
          <ac:spMkLst>
            <pc:docMk/>
            <pc:sldMk cId="1294091772" sldId="265"/>
            <ac:spMk id="6" creationId="{918C2429-7ADA-C012-9533-B01FCF356850}"/>
          </ac:spMkLst>
        </pc:spChg>
        <pc:spChg chg="del">
          <ac:chgData name="ВЛАДИМИР САФАРГАЛЕЕВ" userId="77d0840ec18d71c4" providerId="LiveId" clId="{2483B9EC-EF23-4393-8543-85BA249316F4}" dt="2025-12-01T00:28:00.284" v="282" actId="478"/>
          <ac:spMkLst>
            <pc:docMk/>
            <pc:sldMk cId="1294091772" sldId="265"/>
            <ac:spMk id="7" creationId="{3C0EDD1A-9662-C76F-E8E1-E38BC06F5A41}"/>
          </ac:spMkLst>
        </pc:spChg>
        <pc:spChg chg="del">
          <ac:chgData name="ВЛАДИМИР САФАРГАЛЕЕВ" userId="77d0840ec18d71c4" providerId="LiveId" clId="{2483B9EC-EF23-4393-8543-85BA249316F4}" dt="2025-12-01T00:28:16.548" v="286" actId="478"/>
          <ac:spMkLst>
            <pc:docMk/>
            <pc:sldMk cId="1294091772" sldId="265"/>
            <ac:spMk id="8" creationId="{ABCE0AFC-012F-220E-38E3-A8F356359274}"/>
          </ac:spMkLst>
        </pc:spChg>
        <pc:spChg chg="mod">
          <ac:chgData name="ВЛАДИМИР САФАРГАЛЕЕВ" userId="77d0840ec18d71c4" providerId="LiveId" clId="{2483B9EC-EF23-4393-8543-85BA249316F4}" dt="2025-12-01T00:28:57.027" v="297" actId="14100"/>
          <ac:spMkLst>
            <pc:docMk/>
            <pc:sldMk cId="1294091772" sldId="265"/>
            <ac:spMk id="9" creationId="{C633BF33-9077-B125-B803-525D9D80F546}"/>
          </ac:spMkLst>
        </pc:spChg>
        <pc:spChg chg="mod">
          <ac:chgData name="ВЛАДИМИР САФАРГАЛЕЕВ" userId="77d0840ec18d71c4" providerId="LiveId" clId="{2483B9EC-EF23-4393-8543-85BA249316F4}" dt="2025-12-01T00:29:29.967" v="304"/>
          <ac:spMkLst>
            <pc:docMk/>
            <pc:sldMk cId="1294091772" sldId="265"/>
            <ac:spMk id="13" creationId="{B5BD319D-6BE9-3592-2B31-C05BCAA9B91E}"/>
          </ac:spMkLst>
        </pc:spChg>
        <pc:spChg chg="mod">
          <ac:chgData name="ВЛАДИМИР САФАРГАЛЕЕВ" userId="77d0840ec18d71c4" providerId="LiveId" clId="{2483B9EC-EF23-4393-8543-85BA249316F4}" dt="2025-12-01T00:29:36.966" v="305"/>
          <ac:spMkLst>
            <pc:docMk/>
            <pc:sldMk cId="1294091772" sldId="265"/>
            <ac:spMk id="14" creationId="{DE9B4D6F-1B0D-FDD1-4914-5ABA0DBA7D4B}"/>
          </ac:spMkLst>
        </pc:spChg>
        <pc:spChg chg="del">
          <ac:chgData name="ВЛАДИМИР САФАРГАЛЕЕВ" userId="77d0840ec18d71c4" providerId="LiveId" clId="{2483B9EC-EF23-4393-8543-85BA249316F4}" dt="2025-12-01T00:29:39.701" v="306" actId="478"/>
          <ac:spMkLst>
            <pc:docMk/>
            <pc:sldMk cId="1294091772" sldId="265"/>
            <ac:spMk id="15" creationId="{27414B9E-A799-ED05-371E-E83F86768E93}"/>
          </ac:spMkLst>
        </pc:spChg>
        <pc:spChg chg="del">
          <ac:chgData name="ВЛАДИМИР САФАРГАЛЕЕВ" userId="77d0840ec18d71c4" providerId="LiveId" clId="{2483B9EC-EF23-4393-8543-85BA249316F4}" dt="2025-12-01T00:29:40.670" v="307" actId="478"/>
          <ac:spMkLst>
            <pc:docMk/>
            <pc:sldMk cId="1294091772" sldId="265"/>
            <ac:spMk id="16" creationId="{5658FFEA-86CD-ADF0-1A43-E4C843B544F3}"/>
          </ac:spMkLst>
        </pc:spChg>
      </pc:sldChg>
      <pc:sldChg chg="addSp modSp add mod">
        <pc:chgData name="ВЛАДИМИР САФАРГАЛЕЕВ" userId="77d0840ec18d71c4" providerId="LiveId" clId="{2483B9EC-EF23-4393-8543-85BA249316F4}" dt="2025-12-01T00:34:30.379" v="339"/>
        <pc:sldMkLst>
          <pc:docMk/>
          <pc:sldMk cId="2779670019" sldId="266"/>
        </pc:sldMkLst>
        <pc:spChg chg="mod">
          <ac:chgData name="ВЛАДИМИР САФАРГАЛЕЕВ" userId="77d0840ec18d71c4" providerId="LiveId" clId="{2483B9EC-EF23-4393-8543-85BA249316F4}" dt="2025-12-01T00:33:58.012" v="335" actId="123"/>
          <ac:spMkLst>
            <pc:docMk/>
            <pc:sldMk cId="2779670019" sldId="266"/>
            <ac:spMk id="3" creationId="{81875744-F643-AEB5-9E35-8A34BCE6DD0A}"/>
          </ac:spMkLst>
        </pc:spChg>
        <pc:spChg chg="mod">
          <ac:chgData name="ВЛАДИМИР САФАРГАЛЕЕВ" userId="77d0840ec18d71c4" providerId="LiveId" clId="{2483B9EC-EF23-4393-8543-85BA249316F4}" dt="2025-12-01T00:34:02.780" v="337" actId="123"/>
          <ac:spMkLst>
            <pc:docMk/>
            <pc:sldMk cId="2779670019" sldId="266"/>
            <ac:spMk id="6" creationId="{16EB9CAD-158D-F624-D92C-841A6435446D}"/>
          </ac:spMkLst>
        </pc:spChg>
        <pc:spChg chg="add mod">
          <ac:chgData name="ВЛАДИМИР САФАРГАЛЕЕВ" userId="77d0840ec18d71c4" providerId="LiveId" clId="{2483B9EC-EF23-4393-8543-85BA249316F4}" dt="2025-12-01T00:33:55.879" v="334" actId="123"/>
          <ac:spMkLst>
            <pc:docMk/>
            <pc:sldMk cId="2779670019" sldId="266"/>
            <ac:spMk id="7" creationId="{BB738E17-565F-6433-1E24-3B578DE04FD6}"/>
          </ac:spMkLst>
        </pc:spChg>
        <pc:spChg chg="mod">
          <ac:chgData name="ВЛАДИМИР САФАРГАЛЕЕВ" userId="77d0840ec18d71c4" providerId="LiveId" clId="{2483B9EC-EF23-4393-8543-85BA249316F4}" dt="2025-12-01T00:34:00.390" v="336" actId="123"/>
          <ac:spMkLst>
            <pc:docMk/>
            <pc:sldMk cId="2779670019" sldId="266"/>
            <ac:spMk id="9" creationId="{0F4D28E2-9D9A-9B5E-F80F-61D97C466ECB}"/>
          </ac:spMkLst>
        </pc:spChg>
        <pc:spChg chg="mod">
          <ac:chgData name="ВЛАДИМИР САФАРГАЛЕЕВ" userId="77d0840ec18d71c4" providerId="LiveId" clId="{2483B9EC-EF23-4393-8543-85BA249316F4}" dt="2025-12-01T00:34:30.379" v="339"/>
          <ac:spMkLst>
            <pc:docMk/>
            <pc:sldMk cId="2779670019" sldId="266"/>
            <ac:spMk id="13" creationId="{357663D2-40F6-8A53-EA6E-8BE4925B1EA6}"/>
          </ac:spMkLst>
        </pc:spChg>
        <pc:spChg chg="mod">
          <ac:chgData name="ВЛАДИМИР САФАРГАЛЕЕВ" userId="77d0840ec18d71c4" providerId="LiveId" clId="{2483B9EC-EF23-4393-8543-85BA249316F4}" dt="2025-12-01T00:34:21.896" v="338"/>
          <ac:spMkLst>
            <pc:docMk/>
            <pc:sldMk cId="2779670019" sldId="266"/>
            <ac:spMk id="14" creationId="{1A0CAB72-D3A4-3A13-B056-F679233EC80F}"/>
          </ac:spMkLst>
        </pc:spChg>
      </pc:sldChg>
      <pc:sldChg chg="new del">
        <pc:chgData name="ВЛАДИМИР САФАРГАЛЕЕВ" userId="77d0840ec18d71c4" providerId="LiveId" clId="{2483B9EC-EF23-4393-8543-85BA249316F4}" dt="2025-12-01T00:36:22.471" v="351" actId="47"/>
        <pc:sldMkLst>
          <pc:docMk/>
          <pc:sldMk cId="279645321" sldId="267"/>
        </pc:sldMkLst>
      </pc:sldChg>
      <pc:sldChg chg="addSp delSp modSp add mod">
        <pc:chgData name="ВЛАДИМИР САФАРГАЛЕЕВ" userId="77d0840ec18d71c4" providerId="LiveId" clId="{2483B9EC-EF23-4393-8543-85BA249316F4}" dt="2025-12-01T00:39:30.352" v="402" actId="14100"/>
        <pc:sldMkLst>
          <pc:docMk/>
          <pc:sldMk cId="58533569" sldId="268"/>
        </pc:sldMkLst>
        <pc:spChg chg="del">
          <ac:chgData name="ВЛАДИМИР САФАРГАЛЕЕВ" userId="77d0840ec18d71c4" providerId="LiveId" clId="{2483B9EC-EF23-4393-8543-85BA249316F4}" dt="2025-12-01T00:38:02.036" v="357" actId="478"/>
          <ac:spMkLst>
            <pc:docMk/>
            <pc:sldMk cId="58533569" sldId="268"/>
            <ac:spMk id="3" creationId="{D2C5F37A-1E9A-7AB3-3674-5414137F29CF}"/>
          </ac:spMkLst>
        </pc:spChg>
        <pc:spChg chg="mod">
          <ac:chgData name="ВЛАДИМИР САФАРГАЛЕЕВ" userId="77d0840ec18d71c4" providerId="LiveId" clId="{2483B9EC-EF23-4393-8543-85BA249316F4}" dt="2025-12-01T00:37:28.914" v="354" actId="14100"/>
          <ac:spMkLst>
            <pc:docMk/>
            <pc:sldMk cId="58533569" sldId="268"/>
            <ac:spMk id="6" creationId="{506CE724-1AF8-8EDE-9702-FEBAAA399053}"/>
          </ac:spMkLst>
        </pc:spChg>
        <pc:spChg chg="mod">
          <ac:chgData name="ВЛАДИМИР САФАРГАЛЕЕВ" userId="77d0840ec18d71c4" providerId="LiveId" clId="{2483B9EC-EF23-4393-8543-85BA249316F4}" dt="2025-12-01T00:39:30.352" v="402" actId="14100"/>
          <ac:spMkLst>
            <pc:docMk/>
            <pc:sldMk cId="58533569" sldId="268"/>
            <ac:spMk id="7" creationId="{8EAB902E-CFBF-C420-1037-0E99744C336F}"/>
          </ac:spMkLst>
        </pc:spChg>
        <pc:spChg chg="add mod">
          <ac:chgData name="ВЛАДИМИР САФАРГАЛЕЕВ" userId="77d0840ec18d71c4" providerId="LiveId" clId="{2483B9EC-EF23-4393-8543-85BA249316F4}" dt="2025-12-01T00:38:46.571" v="364"/>
          <ac:spMkLst>
            <pc:docMk/>
            <pc:sldMk cId="58533569" sldId="268"/>
            <ac:spMk id="8" creationId="{4E87A0CA-D94F-80CE-F9A6-96DA03FCD985}"/>
          </ac:spMkLst>
        </pc:spChg>
        <pc:spChg chg="mod">
          <ac:chgData name="ВЛАДИМИР САФАРГАЛЕЕВ" userId="77d0840ec18d71c4" providerId="LiveId" clId="{2483B9EC-EF23-4393-8543-85BA249316F4}" dt="2025-12-01T00:37:40.674" v="355"/>
          <ac:spMkLst>
            <pc:docMk/>
            <pc:sldMk cId="58533569" sldId="268"/>
            <ac:spMk id="9" creationId="{5FDFF7C6-C391-BC31-4CAB-C278042D9411}"/>
          </ac:spMkLst>
        </pc:spChg>
        <pc:spChg chg="mod">
          <ac:chgData name="ВЛАДИМИР САФАРГАЛЕЕВ" userId="77d0840ec18d71c4" providerId="LiveId" clId="{2483B9EC-EF23-4393-8543-85BA249316F4}" dt="2025-12-01T00:38:18.146" v="359"/>
          <ac:spMkLst>
            <pc:docMk/>
            <pc:sldMk cId="58533569" sldId="268"/>
            <ac:spMk id="13" creationId="{A7D2D318-83E6-C976-63AE-C75F4F208D24}"/>
          </ac:spMkLst>
        </pc:spChg>
        <pc:spChg chg="mod">
          <ac:chgData name="ВЛАДИМИР САФАРГАЛЕЕВ" userId="77d0840ec18d71c4" providerId="LiveId" clId="{2483B9EC-EF23-4393-8543-85BA249316F4}" dt="2025-12-01T00:38:29.940" v="361" actId="14100"/>
          <ac:spMkLst>
            <pc:docMk/>
            <pc:sldMk cId="58533569" sldId="268"/>
            <ac:spMk id="14" creationId="{5F60092F-34D4-EBF0-557F-324CB93661C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D1D53-D022-4729-AB90-F95412B9BF14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5758D-1DC6-4074-80B8-D1A3717AC8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6305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5758D-1DC6-4074-80B8-D1A3717AC8A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9993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86E-76BC-490E-BD0D-261E0F12A0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B276-9EA4-47B7-90E2-83BBAB28F9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0542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86E-76BC-490E-BD0D-261E0F12A0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B276-9EA4-47B7-90E2-83BBAB28F9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7884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86E-76BC-490E-BD0D-261E0F12A0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B276-9EA4-47B7-90E2-83BBAB28F9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9369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86E-76BC-490E-BD0D-261E0F12A0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B276-9EA4-47B7-90E2-83BBAB28F9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339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86E-76BC-490E-BD0D-261E0F12A0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B276-9EA4-47B7-90E2-83BBAB28F9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529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86E-76BC-490E-BD0D-261E0F12A0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B276-9EA4-47B7-90E2-83BBAB28F9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071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86E-76BC-490E-BD0D-261E0F12A0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B276-9EA4-47B7-90E2-83BBAB28F9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917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86E-76BC-490E-BD0D-261E0F12A0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B276-9EA4-47B7-90E2-83BBAB28F9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658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86E-76BC-490E-BD0D-261E0F12A0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B276-9EA4-47B7-90E2-83BBAB28F9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4235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86E-76BC-490E-BD0D-261E0F12A0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B276-9EA4-47B7-90E2-83BBAB28F9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5624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86E-76BC-490E-BD0D-261E0F12A0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B276-9EA4-47B7-90E2-83BBAB28F9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858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86E-76BC-490E-BD0D-261E0F12A0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B276-9EA4-47B7-90E2-83BBAB28F985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4006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86E-76BC-490E-BD0D-261E0F12A0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B276-9EA4-47B7-90E2-83BBAB28F9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56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86E-76BC-490E-BD0D-261E0F12A0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B276-9EA4-47B7-90E2-83BBAB28F9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92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86E-76BC-490E-BD0D-261E0F12A0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B276-9EA4-47B7-90E2-83BBAB28F9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632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86E-76BC-490E-BD0D-261E0F12A0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B276-9EA4-47B7-90E2-83BBAB28F9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846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86E-76BC-490E-BD0D-261E0F12A0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B276-9EA4-47B7-90E2-83BBAB28F9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223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B43386E-76BC-490E-BD0D-261E0F12A0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C6EB276-9EA4-47B7-90E2-83BBAB28F9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11796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6AE3C9-6241-054A-9F66-BD79C76D0A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Классификация тестирования по уровням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48F5648-51F1-FCDE-969C-E730E8461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  Сафаргалеев Владимир КИСП-23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D1697D-805D-E0A7-2E22-8B44FCBD0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2358" y="4511893"/>
            <a:ext cx="4236357" cy="237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38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FC39C6-AE98-9476-4C90-C3DF298C9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Уровни тестирования программного обеспечения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E7B4A9-F349-F9F0-A134-42B41A5C1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900" indent="0">
              <a:buNone/>
            </a:pPr>
            <a:r>
              <a:rPr lang="ru-RU" dirty="0"/>
              <a:t> Функциональное тестирование в зависимости от поставленных целей и задач может проводиться на разных уровнях в течении всего цикла разработки ПО и поддержки продукта. Главной отличительной чертой данной градации функционального тестирования является то, что оно определяет не тип задач, а область которая покрывается тестированием. Проще говоря если уровни тестирования назвать простым языком и провести аналогию с они бы звучали так: сначала мы тестируем ручку двери отдельно от двери (модульное тестирование), потом дверь и ручку вместе — насколько они подходят друг другу (интеграционное тестирование), следом тестируем всю собранную дверь целиком (системное тестирование). Отдельно к уровням тестирования бывает еще добавляют приемочное тестирование (проводится тестирование полностью собранной двери по выбранному набору тест -кейсов до момента пока не будет достигнуто необходимое качество) и регрессионное тестирование (проводиться полноценное тестирование дверей в сборе после починки некоторых ошибок, так как починка могла привести к возникновению новых проблем).</a:t>
            </a:r>
          </a:p>
        </p:txBody>
      </p:sp>
    </p:spTree>
    <p:extLst>
      <p:ext uri="{BB962C8B-B14F-4D97-AF65-F5344CB8AC3E}">
        <p14:creationId xmlns:p14="http://schemas.microsoft.com/office/powerpoint/2010/main" val="4207607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EB48A-8CCB-6571-9F6D-69B159475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Приемочное тестирование(</a:t>
            </a:r>
            <a:r>
              <a:rPr lang="en-US" dirty="0"/>
              <a:t>Acceptance testing)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8A865B-A739-D540-4EB6-166740382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895" y="1465750"/>
            <a:ext cx="10353762" cy="5125550"/>
          </a:xfrm>
        </p:spPr>
        <p:txBody>
          <a:bodyPr>
            <a:normAutofit lnSpcReduction="10000"/>
          </a:bodyPr>
          <a:lstStyle/>
          <a:p>
            <a:pPr marL="36900" indent="0">
              <a:buNone/>
            </a:pPr>
            <a:r>
              <a:rPr lang="ru-RU" dirty="0"/>
              <a:t>Приемочное тестирование(</a:t>
            </a:r>
            <a:r>
              <a:rPr lang="ru-RU" b="1" dirty="0" err="1"/>
              <a:t>Acceptance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)- это тестирование готового продукта конечными пользователями на реальном окружении, в котором будет функционировать тестируемое приложение. Приемочные тесты разрабатываются пользователями, обычно, в виде сценариев. Для того, чтобы найти больше ошибок рекомендуется планировать не только системное тестирование и приемочное, но и модульное и интеграционное.</a:t>
            </a:r>
          </a:p>
          <a:p>
            <a:pPr marL="36900" indent="0">
              <a:buNone/>
            </a:pPr>
            <a:r>
              <a:rPr lang="ru-RU" dirty="0"/>
              <a:t>Более формальное определение приемочного </a:t>
            </a:r>
          </a:p>
          <a:p>
            <a:pPr marL="36900" indent="0">
              <a:buNone/>
            </a:pPr>
            <a:r>
              <a:rPr lang="ru-RU" dirty="0"/>
              <a:t>тестирования: проверка соответствия </a:t>
            </a:r>
          </a:p>
          <a:p>
            <a:pPr marL="36900" indent="0">
              <a:buNone/>
            </a:pPr>
            <a:r>
              <a:rPr lang="ru-RU" dirty="0"/>
              <a:t>требованиям пользователей и </a:t>
            </a:r>
          </a:p>
          <a:p>
            <a:pPr marL="36900" indent="0">
              <a:buNone/>
            </a:pPr>
            <a:r>
              <a:rPr lang="ru-RU" dirty="0"/>
              <a:t>бизнес-требованиям, проверка соответствия </a:t>
            </a:r>
          </a:p>
          <a:p>
            <a:pPr marL="36900" indent="0">
              <a:buNone/>
            </a:pPr>
            <a:r>
              <a:rPr lang="ru-RU" dirty="0"/>
              <a:t>критериям приемки. После завершения </a:t>
            </a:r>
          </a:p>
          <a:p>
            <a:pPr marL="36900" indent="0">
              <a:buNone/>
            </a:pPr>
            <a:r>
              <a:rPr lang="ru-RU" dirty="0"/>
              <a:t>приемочного тестирования </a:t>
            </a:r>
          </a:p>
          <a:p>
            <a:pPr marL="36900" indent="0">
              <a:buNone/>
            </a:pPr>
            <a:r>
              <a:rPr lang="ru-RU" dirty="0"/>
              <a:t>пользователи/заказчики решают, принимать ли </a:t>
            </a:r>
          </a:p>
          <a:p>
            <a:pPr marL="36900" indent="0">
              <a:buNone/>
            </a:pPr>
            <a:r>
              <a:rPr lang="ru-RU" dirty="0"/>
              <a:t>систему в пользование.</a:t>
            </a:r>
          </a:p>
          <a:p>
            <a:endParaRPr lang="ru-RU" dirty="0"/>
          </a:p>
        </p:txBody>
      </p:sp>
      <p:pic>
        <p:nvPicPr>
          <p:cNvPr id="1028" name="Picture 4" descr="Что такое приёмочное тестирование (Acceptance Testing)?">
            <a:extLst>
              <a:ext uri="{FF2B5EF4-FFF2-40B4-BE49-F238E27FC236}">
                <a16:creationId xmlns:a16="http://schemas.microsoft.com/office/drawing/2014/main" id="{7418101F-6E03-6FAD-A405-E3777C1F2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700" y="3056483"/>
            <a:ext cx="5435600" cy="3052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757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05E11D-0278-23B6-EA7E-354DE4CEB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82" y="368208"/>
            <a:ext cx="10353762" cy="970450"/>
          </a:xfrm>
        </p:spPr>
        <p:txBody>
          <a:bodyPr/>
          <a:lstStyle/>
          <a:p>
            <a:r>
              <a:rPr lang="ru-RU" dirty="0"/>
              <a:t>Плюсы и минусы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9D63F21-6C30-6985-2B85-61CC4DB2FE4F}"/>
              </a:ext>
            </a:extLst>
          </p:cNvPr>
          <p:cNvSpPr/>
          <p:nvPr/>
        </p:nvSpPr>
        <p:spPr>
          <a:xfrm>
            <a:off x="1624781" y="1338658"/>
            <a:ext cx="2566220" cy="845574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Преимущества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02BD657-095E-D64C-F817-797359BF2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99" y="1338658"/>
            <a:ext cx="2566220" cy="845574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6900" indent="0" algn="ctr">
              <a:buNone/>
            </a:pPr>
            <a:r>
              <a:rPr lang="ru-RU" sz="2400" dirty="0">
                <a:solidFill>
                  <a:schemeClr val="bg1"/>
                </a:solidFill>
                <a:effectLst/>
              </a:rPr>
              <a:t>Недостатки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89F4DEB-46B5-9648-90A7-C04FF2857ACA}"/>
              </a:ext>
            </a:extLst>
          </p:cNvPr>
          <p:cNvSpPr/>
          <p:nvPr/>
        </p:nvSpPr>
        <p:spPr>
          <a:xfrm>
            <a:off x="172064" y="2391216"/>
            <a:ext cx="3170904" cy="21827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dirty="0"/>
              <a:t>QA-команда, проводя приемочное тестирование того или иного вида, уточняет и совершенствует требования и улучшает соблюдение существующих требований.</a:t>
            </a:r>
          </a:p>
          <a:p>
            <a:pPr lvl="0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5F29F79-E5FC-3749-F95E-D7DD658945E7}"/>
              </a:ext>
            </a:extLst>
          </p:cNvPr>
          <p:cNvSpPr/>
          <p:nvPr/>
        </p:nvSpPr>
        <p:spPr>
          <a:xfrm>
            <a:off x="3694168" y="2369068"/>
            <a:ext cx="1863819" cy="21827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dirty="0"/>
              <a:t>Приемочное тестирование можно автоматизировать.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9D5FFA02-3618-EAAA-4A3B-5585687DB1AB}"/>
              </a:ext>
            </a:extLst>
          </p:cNvPr>
          <p:cNvSpPr/>
          <p:nvPr/>
        </p:nvSpPr>
        <p:spPr>
          <a:xfrm>
            <a:off x="172063" y="5754501"/>
            <a:ext cx="564863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dirty="0"/>
              <a:t>В случае бета-тестирования участники становятся причастными к созданию продукта, лучше знают продукт и более лояльны к компании.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A3D25741-603D-265A-3C5A-0A04A1960AC0}"/>
              </a:ext>
            </a:extLst>
          </p:cNvPr>
          <p:cNvSpPr/>
          <p:nvPr/>
        </p:nvSpPr>
        <p:spPr>
          <a:xfrm>
            <a:off x="172064" y="4654924"/>
            <a:ext cx="5648632" cy="9964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/>
              <a:t>Приемочное тестирование черного ящика допускает незнание участниками исходного кода продукта и может быть довольно быстрым</a:t>
            </a:r>
            <a:endParaRPr lang="ru-RU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DA944F10-0501-3A38-D3D7-57530A5B2AE6}"/>
              </a:ext>
            </a:extLst>
          </p:cNvPr>
          <p:cNvCxnSpPr>
            <a:cxnSpLocks/>
          </p:cNvCxnSpPr>
          <p:nvPr/>
        </p:nvCxnSpPr>
        <p:spPr>
          <a:xfrm>
            <a:off x="5909187" y="1388554"/>
            <a:ext cx="98323" cy="566117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D21DE56-9BDB-4902-0904-3EFFCCA94EBF}"/>
              </a:ext>
            </a:extLst>
          </p:cNvPr>
          <p:cNvSpPr/>
          <p:nvPr/>
        </p:nvSpPr>
        <p:spPr>
          <a:xfrm>
            <a:off x="6096000" y="2441112"/>
            <a:ext cx="5923935" cy="8455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dirty="0"/>
              <a:t>Пользователи должны иметь базовые знания о продукте и области его применения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BDD4942A-7813-3C57-5656-40203FDA13A6}"/>
              </a:ext>
            </a:extLst>
          </p:cNvPr>
          <p:cNvSpPr/>
          <p:nvPr/>
        </p:nvSpPr>
        <p:spPr>
          <a:xfrm>
            <a:off x="6096000" y="3429000"/>
            <a:ext cx="5923935" cy="13273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dirty="0"/>
              <a:t>Привлечь внимание большого количества бета-тестеров к приемочному тестированию сложного/узконаправленного продукта и убедить их поучаствовать — может быть проблематично.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F148406B-139B-685C-7EFF-F03550EB3BF9}"/>
              </a:ext>
            </a:extLst>
          </p:cNvPr>
          <p:cNvSpPr/>
          <p:nvPr/>
        </p:nvSpPr>
        <p:spPr>
          <a:xfrm>
            <a:off x="6096000" y="4898669"/>
            <a:ext cx="5923935" cy="7506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dirty="0"/>
              <a:t>Сбор фидбека может быть усложненным или затянутым, а сам фидбек не всегда релевантным качеству продукта.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A9CBC47-934B-F968-F5F6-CF6BAA4977A9}"/>
              </a:ext>
            </a:extLst>
          </p:cNvPr>
          <p:cNvSpPr/>
          <p:nvPr/>
        </p:nvSpPr>
        <p:spPr>
          <a:xfrm>
            <a:off x="6096000" y="5796351"/>
            <a:ext cx="5923935" cy="7506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dirty="0"/>
              <a:t>По указанным причинам, бывает сложно контролировать процессы</a:t>
            </a:r>
          </a:p>
        </p:txBody>
      </p:sp>
    </p:spTree>
    <p:extLst>
      <p:ext uri="{BB962C8B-B14F-4D97-AF65-F5344CB8AC3E}">
        <p14:creationId xmlns:p14="http://schemas.microsoft.com/office/powerpoint/2010/main" val="835265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AAA87F-14D9-B4BE-C52D-821898AE1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Модульное тестирование(</a:t>
            </a:r>
            <a:r>
              <a:rPr lang="en-US" dirty="0"/>
              <a:t>Unit-testing)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1F003D-F31F-42B9-1C98-B10F2A171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532" y="1707049"/>
            <a:ext cx="11532205" cy="5016014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ru-RU" dirty="0"/>
              <a:t>Модульное тестирование (</a:t>
            </a:r>
            <a:r>
              <a:rPr lang="ru-RU" b="1" dirty="0"/>
              <a:t>Unit </a:t>
            </a:r>
            <a:r>
              <a:rPr lang="ru-RU" b="1" dirty="0" err="1"/>
              <a:t>Testing</a:t>
            </a:r>
            <a:r>
              <a:rPr lang="ru-RU" dirty="0"/>
              <a:t>)</a:t>
            </a:r>
            <a:r>
              <a:rPr lang="ru-RU" b="1" dirty="0"/>
              <a:t> </a:t>
            </a:r>
            <a:r>
              <a:rPr lang="ru-RU" dirty="0"/>
              <a:t>– это тип тестирования программного обеспечения, при котором тестируются отдельные модули или компоненты программного обеспечения. Его цель заключается в том, чтобы проверить, что каждая единица программного кода работает должным образом. Данный вид тестирование выполняется разработчиками на этапе кодирования приложения. Модульные тесты изолируют часть кода и проверяют его работоспособность. Единицей для измерения может служить отдельная функция, метод, процедура, модуль или объект.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  В моделях разработки SDLC, STLC, V Model модульное тестирование</a:t>
            </a:r>
          </a:p>
          <a:p>
            <a:pPr marL="36900" indent="0">
              <a:buNone/>
            </a:pPr>
            <a:r>
              <a:rPr lang="ru-RU" dirty="0"/>
              <a:t> – это первый уровень тестирования, выполняемый перед </a:t>
            </a:r>
          </a:p>
          <a:p>
            <a:pPr marL="36900" indent="0">
              <a:buNone/>
            </a:pPr>
            <a:r>
              <a:rPr lang="ru-RU" dirty="0"/>
              <a:t>интеграционным тестированием. Модульное тестирование – это метод </a:t>
            </a:r>
          </a:p>
          <a:p>
            <a:pPr marL="36900" indent="0">
              <a:buNone/>
            </a:pPr>
            <a:r>
              <a:rPr lang="ru-RU" dirty="0"/>
              <a:t>тестирования </a:t>
            </a:r>
            <a:r>
              <a:rPr lang="ru-RU" dirty="0" err="1"/>
              <a:t>WhiteBox</a:t>
            </a:r>
            <a:r>
              <a:rPr lang="ru-RU" dirty="0"/>
              <a:t>, который обычно выполняется разработчиком. </a:t>
            </a:r>
          </a:p>
          <a:p>
            <a:pPr marL="36900" indent="0">
              <a:buNone/>
            </a:pPr>
            <a:r>
              <a:rPr lang="ru-RU" dirty="0"/>
              <a:t>На деле же из-за нехватки времени или халатности разработчиков, </a:t>
            </a:r>
          </a:p>
          <a:p>
            <a:pPr marL="36900" indent="0">
              <a:buNone/>
            </a:pPr>
            <a:r>
              <a:rPr lang="ru-RU" dirty="0"/>
              <a:t>иногда модульное тестирование приходится проводить QA инженерам.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E55756CB-FC6E-A71D-B524-3C6EC7D1B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3091" y="3684230"/>
            <a:ext cx="3808909" cy="277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81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59C42-F10F-3574-0D26-ECA4C4D27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EAA36-81D2-E6D7-E4F0-A76CF4C3D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82" y="368208"/>
            <a:ext cx="10353762" cy="970450"/>
          </a:xfrm>
        </p:spPr>
        <p:txBody>
          <a:bodyPr/>
          <a:lstStyle/>
          <a:p>
            <a:r>
              <a:rPr lang="ru-RU" dirty="0"/>
              <a:t>Плюсы и минусы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F398C1B-507A-854C-98CD-8D065E64337B}"/>
              </a:ext>
            </a:extLst>
          </p:cNvPr>
          <p:cNvSpPr/>
          <p:nvPr/>
        </p:nvSpPr>
        <p:spPr>
          <a:xfrm>
            <a:off x="1624781" y="1338658"/>
            <a:ext cx="2566220" cy="845574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Преимущества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FAB5556-8559-8039-7072-504A67C30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99" y="1338658"/>
            <a:ext cx="2566220" cy="845574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6900" indent="0" algn="ctr">
              <a:buNone/>
            </a:pPr>
            <a:r>
              <a:rPr lang="ru-RU" sz="2400" dirty="0">
                <a:solidFill>
                  <a:schemeClr val="bg1"/>
                </a:solidFill>
                <a:effectLst/>
              </a:rPr>
              <a:t>Недостатки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18C2429-7ADA-C012-9533-B01FCF356850}"/>
              </a:ext>
            </a:extLst>
          </p:cNvPr>
          <p:cNvSpPr/>
          <p:nvPr/>
        </p:nvSpPr>
        <p:spPr>
          <a:xfrm>
            <a:off x="172064" y="2391217"/>
            <a:ext cx="5648632" cy="16600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dirty="0"/>
              <a:t>Разработчики, желающие узнать, какие функциональные возможности предоставляет модуль и как его использовать, могут взглянуть на модульные тесты, чтобы получить общее представление об API модуля.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633BF33-9077-B125-B803-525D9D80F546}"/>
              </a:ext>
            </a:extLst>
          </p:cNvPr>
          <p:cNvSpPr/>
          <p:nvPr/>
        </p:nvSpPr>
        <p:spPr>
          <a:xfrm>
            <a:off x="216310" y="4111932"/>
            <a:ext cx="5648632" cy="14074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dirty="0"/>
              <a:t>Модульное тестирование позволяет программисту выполнить рефакторинг кода на этапе регрессионного тестирования и убедиться, что модуль все еще работает правильно. 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D37BD752-F906-3A8F-19E2-02BD39549AFA}"/>
              </a:ext>
            </a:extLst>
          </p:cNvPr>
          <p:cNvCxnSpPr>
            <a:cxnSpLocks/>
          </p:cNvCxnSpPr>
          <p:nvPr/>
        </p:nvCxnSpPr>
        <p:spPr>
          <a:xfrm>
            <a:off x="5909187" y="1388554"/>
            <a:ext cx="98323" cy="566117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5BD319D-6BE9-3592-2B31-C05BCAA9B91E}"/>
              </a:ext>
            </a:extLst>
          </p:cNvPr>
          <p:cNvSpPr/>
          <p:nvPr/>
        </p:nvSpPr>
        <p:spPr>
          <a:xfrm>
            <a:off x="6096000" y="2441112"/>
            <a:ext cx="5923935" cy="8455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dirty="0"/>
              <a:t>Не выявит всех ошибок. Невозможно оценить все пути выполнения даже в самых тривиальных программах.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E9B4D6F-1B0D-FDD1-4914-5ABA0DBA7D4B}"/>
              </a:ext>
            </a:extLst>
          </p:cNvPr>
          <p:cNvSpPr/>
          <p:nvPr/>
        </p:nvSpPr>
        <p:spPr>
          <a:xfrm>
            <a:off x="6096000" y="3429000"/>
            <a:ext cx="5923935" cy="13273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dirty="0"/>
              <a:t>Модульное тестирование по своей природе ориентировано на единицу кода. Следовательно, он не может отловить ошибки интеграции или ошибки системного уровня.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0BD84CE5-170A-89D4-DCDF-3039F973693F}"/>
              </a:ext>
            </a:extLst>
          </p:cNvPr>
          <p:cNvSpPr/>
          <p:nvPr/>
        </p:nvSpPr>
        <p:spPr>
          <a:xfrm>
            <a:off x="216310" y="5649345"/>
            <a:ext cx="5604386" cy="8976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/>
              <a:t>Можем тестировать части проекта, не дожидаясь завершения других.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4091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15D7C4-5949-005E-FCDF-339E6F626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Интеграционное тестирование(</a:t>
            </a:r>
            <a:r>
              <a:rPr lang="en-US" dirty="0"/>
              <a:t>Integration testing)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2D65AF-4E6A-EC7C-F749-7BBABF392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6900" indent="0">
              <a:buNone/>
            </a:pPr>
            <a:r>
              <a:rPr lang="ru-RU" dirty="0"/>
              <a:t> Интеграционное тестирование(</a:t>
            </a:r>
            <a:r>
              <a:rPr lang="ru-RU" b="1" dirty="0" err="1"/>
              <a:t>Integration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) – уровень тестирования, на котором отдельные программные модули объединяются и тестируются в группе. Обычно интеграционное тестирование проводится после модульного тестирования (юнит-тесты для модулей должны быть выполнены и найденные ошибки исправлены).</a:t>
            </a:r>
          </a:p>
          <a:p>
            <a:pPr marL="36900" indent="0">
              <a:buNone/>
            </a:pPr>
            <a:r>
              <a:rPr lang="ru-RU" dirty="0"/>
              <a:t>Хотя каждый программный модуль проходит модульное тестирование (Unit </a:t>
            </a:r>
            <a:r>
              <a:rPr lang="ru-RU" dirty="0" err="1"/>
              <a:t>Testing</a:t>
            </a:r>
            <a:r>
              <a:rPr lang="ru-RU" dirty="0"/>
              <a:t>), дефекты все еще существуют по разным причинам, таким как:</a:t>
            </a:r>
            <a:br>
              <a:rPr lang="ru-RU" dirty="0"/>
            </a:br>
            <a:br>
              <a:rPr lang="ru-RU" dirty="0"/>
            </a:br>
            <a:r>
              <a:rPr lang="ru-RU" dirty="0"/>
              <a:t>• Модуль, как правило, разрабатывается одним разработчиком, чьё понимание и логика программирования могут отличаться от других программистов.</a:t>
            </a:r>
          </a:p>
          <a:p>
            <a:pPr marL="36900" indent="0">
              <a:buNone/>
            </a:pPr>
            <a:br>
              <a:rPr lang="ru-RU" dirty="0"/>
            </a:br>
            <a:r>
              <a:rPr lang="ru-RU" dirty="0"/>
              <a:t>• Интеграционное тестирование становится необходимым для проверки работы программных модулей в совокупности.</a:t>
            </a:r>
          </a:p>
          <a:p>
            <a:pPr marL="36900" indent="0">
              <a:buNone/>
            </a:pPr>
            <a:br>
              <a:rPr lang="ru-RU" dirty="0"/>
            </a:br>
            <a:r>
              <a:rPr lang="ru-RU" dirty="0"/>
              <a:t>• Во время разработки модуля есть большие шансы на изменение требований со стороны клиентов.</a:t>
            </a:r>
          </a:p>
        </p:txBody>
      </p:sp>
    </p:spTree>
    <p:extLst>
      <p:ext uri="{BB962C8B-B14F-4D97-AF65-F5344CB8AC3E}">
        <p14:creationId xmlns:p14="http://schemas.microsoft.com/office/powerpoint/2010/main" val="3237858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CC5CA-8C59-BD5E-65A8-F513429B5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67085B-1518-5475-CE12-20F551C64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82" y="368208"/>
            <a:ext cx="10353762" cy="970450"/>
          </a:xfrm>
        </p:spPr>
        <p:txBody>
          <a:bodyPr/>
          <a:lstStyle/>
          <a:p>
            <a:r>
              <a:rPr lang="ru-RU" dirty="0"/>
              <a:t>Плюсы и минусы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923522D-D2EF-E5DC-7622-620A0345DB4B}"/>
              </a:ext>
            </a:extLst>
          </p:cNvPr>
          <p:cNvSpPr/>
          <p:nvPr/>
        </p:nvSpPr>
        <p:spPr>
          <a:xfrm>
            <a:off x="1624781" y="1338658"/>
            <a:ext cx="2566220" cy="845574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Преимущества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5D07C8F-47EE-40F9-9F59-917F1A112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99" y="1338658"/>
            <a:ext cx="2566220" cy="845574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6900" indent="0" algn="ctr">
              <a:buNone/>
            </a:pPr>
            <a:r>
              <a:rPr lang="ru-RU" sz="2400" dirty="0">
                <a:solidFill>
                  <a:schemeClr val="bg1"/>
                </a:solidFill>
                <a:effectLst/>
              </a:rPr>
              <a:t>Недостатки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6EB9CAD-158D-F624-D92C-841A6435446D}"/>
              </a:ext>
            </a:extLst>
          </p:cNvPr>
          <p:cNvSpPr/>
          <p:nvPr/>
        </p:nvSpPr>
        <p:spPr>
          <a:xfrm>
            <a:off x="172064" y="2391217"/>
            <a:ext cx="3269636" cy="8751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/>
            <a:r>
              <a:rPr lang="ru-RU" b="1" dirty="0"/>
              <a:t>Раннее выявление дефектов</a:t>
            </a:r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F4D28E2-9D9A-9B5E-F80F-61D97C466ECB}"/>
              </a:ext>
            </a:extLst>
          </p:cNvPr>
          <p:cNvSpPr/>
          <p:nvPr/>
        </p:nvSpPr>
        <p:spPr>
          <a:xfrm>
            <a:off x="216310" y="3411228"/>
            <a:ext cx="5604386" cy="9704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b="1" dirty="0"/>
              <a:t>Повышение надежности:</a:t>
            </a:r>
            <a:r>
              <a:rPr lang="ru-RU" dirty="0"/>
              <a:t> Проверка взаимодействия модулей обеспечивает стабильную работу всей системы в целом.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D50B48EA-745F-7C3D-E39E-65C5C6A677B3}"/>
              </a:ext>
            </a:extLst>
          </p:cNvPr>
          <p:cNvCxnSpPr>
            <a:cxnSpLocks/>
          </p:cNvCxnSpPr>
          <p:nvPr/>
        </p:nvCxnSpPr>
        <p:spPr>
          <a:xfrm>
            <a:off x="5909187" y="1388554"/>
            <a:ext cx="98323" cy="566117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57663D2-40F6-8A53-EA6E-8BE4925B1EA6}"/>
              </a:ext>
            </a:extLst>
          </p:cNvPr>
          <p:cNvSpPr/>
          <p:nvPr/>
        </p:nvSpPr>
        <p:spPr>
          <a:xfrm>
            <a:off x="6096000" y="2441112"/>
            <a:ext cx="5923935" cy="8455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dirty="0"/>
              <a:t> Не возможно реализовать ранний прототип.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1A0CAB72-D3A4-3A13-B056-F679233EC80F}"/>
              </a:ext>
            </a:extLst>
          </p:cNvPr>
          <p:cNvSpPr/>
          <p:nvPr/>
        </p:nvSpPr>
        <p:spPr>
          <a:xfrm>
            <a:off x="6096000" y="3429000"/>
            <a:ext cx="5923935" cy="13273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dirty="0"/>
              <a:t> Критические модули (на верхнем уровне архитектуры программного обеспечения), которые контролируют поток приложения, тестируются последними и могут быть подвержены дефектам.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81875744-F643-AEB5-9E35-8A34BCE6DD0A}"/>
              </a:ext>
            </a:extLst>
          </p:cNvPr>
          <p:cNvSpPr/>
          <p:nvPr/>
        </p:nvSpPr>
        <p:spPr>
          <a:xfrm>
            <a:off x="216310" y="4526548"/>
            <a:ext cx="5604386" cy="8976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b="1" dirty="0"/>
              <a:t>Улучшение архитектуры:</a:t>
            </a:r>
            <a:r>
              <a:rPr lang="ru-RU" dirty="0"/>
              <a:t> Выявляет проблемы в архитектурных решениях, давая возможность своевременно их исправить.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B738E17-565F-6433-1E24-3B578DE04FD6}"/>
              </a:ext>
            </a:extLst>
          </p:cNvPr>
          <p:cNvSpPr/>
          <p:nvPr/>
        </p:nvSpPr>
        <p:spPr>
          <a:xfrm>
            <a:off x="216310" y="5548462"/>
            <a:ext cx="5604386" cy="11046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b="1" dirty="0"/>
              <a:t>Обнаружение скрытых проблем:</a:t>
            </a:r>
            <a:r>
              <a:rPr lang="ru-RU" dirty="0"/>
              <a:t> Помогает найти ошибки, которые невозможно выявить при модульном тестировании.</a:t>
            </a:r>
          </a:p>
        </p:txBody>
      </p:sp>
    </p:spTree>
    <p:extLst>
      <p:ext uri="{BB962C8B-B14F-4D97-AF65-F5344CB8AC3E}">
        <p14:creationId xmlns:p14="http://schemas.microsoft.com/office/powerpoint/2010/main" val="2779670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E90BA5-571D-149E-2044-479C1CBCC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Системное тестирование(</a:t>
            </a:r>
            <a:r>
              <a:rPr lang="en-US" dirty="0"/>
              <a:t>System testing)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D580BE-4143-D05B-A26D-0A0ABB4F7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r>
              <a:rPr lang="ru-RU" dirty="0"/>
              <a:t> Системное тестирование(System </a:t>
            </a:r>
            <a:r>
              <a:rPr lang="ru-RU" dirty="0" err="1"/>
              <a:t>testing</a:t>
            </a:r>
            <a:r>
              <a:rPr lang="ru-RU" dirty="0"/>
              <a:t>)- это тестирование программного обеспечения, выполняемое на полной, интегрированной системе, с целью проверки соответствия системы исходным требованиям. Системное тестирование относится к методам тестирования «чёрного ящика», и, тем самым, не требует знаний о внутреннем устройстве системы.</a:t>
            </a:r>
          </a:p>
          <a:p>
            <a:pPr marL="36900" indent="0">
              <a:buNone/>
            </a:pPr>
            <a:r>
              <a:rPr lang="ru-RU" dirty="0"/>
              <a:t>  Системное тестирование выполняется через внешние интерфейсы программного обеспечения и тесно связано с тестированием пользовательского интерфейса (или через пользовательский интерфейс), проводимым при помощи имитации действий пользователей над элементами этого интерфейса. Частными случаями этого вида тестирования являются тестирование графического пользовательского интерфейса (</a:t>
            </a:r>
            <a:r>
              <a:rPr lang="ru-RU" dirty="0" err="1"/>
              <a:t>Graphical</a:t>
            </a:r>
            <a:r>
              <a:rPr lang="ru-RU" dirty="0"/>
              <a:t> User Interface, GUI) и пользовательского интерфейса Web-приложений (</a:t>
            </a:r>
            <a:r>
              <a:rPr lang="ru-RU" dirty="0" err="1"/>
              <a:t>WebUI</a:t>
            </a:r>
            <a:r>
              <a:rPr lang="ru-RU" dirty="0"/>
              <a:t>). Системное тестирование выполняется инженерами по тестированию.</a:t>
            </a:r>
          </a:p>
        </p:txBody>
      </p:sp>
    </p:spTree>
    <p:extLst>
      <p:ext uri="{BB962C8B-B14F-4D97-AF65-F5344CB8AC3E}">
        <p14:creationId xmlns:p14="http://schemas.microsoft.com/office/powerpoint/2010/main" val="2986439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6B92B-233E-2CF4-1617-82F9A4699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0EBA4E-0C67-2BF2-F5C9-CAC0FE6DE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82" y="368208"/>
            <a:ext cx="10353762" cy="970450"/>
          </a:xfrm>
        </p:spPr>
        <p:txBody>
          <a:bodyPr/>
          <a:lstStyle/>
          <a:p>
            <a:r>
              <a:rPr lang="ru-RU" dirty="0"/>
              <a:t>Плюсы и минусы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689B4CDD-E576-4864-3B6A-C197715D2487}"/>
              </a:ext>
            </a:extLst>
          </p:cNvPr>
          <p:cNvSpPr/>
          <p:nvPr/>
        </p:nvSpPr>
        <p:spPr>
          <a:xfrm>
            <a:off x="1624781" y="1338658"/>
            <a:ext cx="2566220" cy="845574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Преимущества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A7945D1-ADBE-64C8-9413-50ABF866B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99" y="1338658"/>
            <a:ext cx="2566220" cy="845574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6900" indent="0" algn="ctr">
              <a:buNone/>
            </a:pPr>
            <a:r>
              <a:rPr lang="ru-RU" sz="2400" dirty="0">
                <a:solidFill>
                  <a:schemeClr val="bg1"/>
                </a:solidFill>
                <a:effectLst/>
              </a:rPr>
              <a:t>Недостатки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06CE724-1AF8-8EDE-9702-FEBAAA399053}"/>
              </a:ext>
            </a:extLst>
          </p:cNvPr>
          <p:cNvSpPr/>
          <p:nvPr/>
        </p:nvSpPr>
        <p:spPr>
          <a:xfrm>
            <a:off x="172064" y="2391217"/>
            <a:ext cx="5648632" cy="8751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/>
            <a:r>
              <a:rPr lang="ru-RU" b="1" dirty="0"/>
              <a:t>Раннее выявлен</a:t>
            </a:r>
            <a:r>
              <a:rPr lang="ru-RU" dirty="0"/>
              <a:t> выявляет ошибки, невидимые на более ранних этапах </a:t>
            </a:r>
            <a:r>
              <a:rPr lang="ru-RU" b="1" dirty="0" err="1"/>
              <a:t>ие</a:t>
            </a:r>
            <a:r>
              <a:rPr lang="ru-RU" b="1" dirty="0"/>
              <a:t> дефектов</a:t>
            </a:r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FDFF7C6-C391-BC31-4CAB-C278042D9411}"/>
              </a:ext>
            </a:extLst>
          </p:cNvPr>
          <p:cNvSpPr/>
          <p:nvPr/>
        </p:nvSpPr>
        <p:spPr>
          <a:xfrm>
            <a:off x="216310" y="3411228"/>
            <a:ext cx="5604386" cy="9704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dirty="0"/>
              <a:t>проверяет продукт в реальной среде и подтверждает его соответствие всем требованиям.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EAFFD97-F988-6758-51DA-921098972E74}"/>
              </a:ext>
            </a:extLst>
          </p:cNvPr>
          <p:cNvCxnSpPr>
            <a:cxnSpLocks/>
          </p:cNvCxnSpPr>
          <p:nvPr/>
        </p:nvCxnSpPr>
        <p:spPr>
          <a:xfrm>
            <a:off x="5909187" y="1388554"/>
            <a:ext cx="98323" cy="566117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7D2D318-83E6-C976-63AE-C75F4F208D24}"/>
              </a:ext>
            </a:extLst>
          </p:cNvPr>
          <p:cNvSpPr/>
          <p:nvPr/>
        </p:nvSpPr>
        <p:spPr>
          <a:xfrm>
            <a:off x="6096000" y="2441112"/>
            <a:ext cx="5923935" cy="8455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dirty="0"/>
              <a:t>Требует больших затрат времени и ресурсов на проведение тестов.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F60092F-34D4-EBF0-557F-324CB93661CD}"/>
              </a:ext>
            </a:extLst>
          </p:cNvPr>
          <p:cNvSpPr/>
          <p:nvPr/>
        </p:nvSpPr>
        <p:spPr>
          <a:xfrm>
            <a:off x="6096000" y="3429001"/>
            <a:ext cx="5923935" cy="10975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dirty="0"/>
              <a:t>Может выявить ошибки только в конечном продукте, что может привести к задержке релиза и потере времени и денег.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8EAB902E-CFBF-C420-1037-0E99744C336F}"/>
              </a:ext>
            </a:extLst>
          </p:cNvPr>
          <p:cNvSpPr/>
          <p:nvPr/>
        </p:nvSpPr>
        <p:spPr>
          <a:xfrm>
            <a:off x="216310" y="4526548"/>
            <a:ext cx="5604386" cy="12398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/>
              <a:t>Полное покрытие функционала:</a:t>
            </a:r>
            <a:r>
              <a:rPr lang="ru-RU" dirty="0"/>
              <a:t> Гарантирует, что все функции системы работают так, как ожидается, проверяются самые частые сквозные сценарии использования.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4E87A0CA-D94F-80CE-F9A6-96DA03FCD985}"/>
              </a:ext>
            </a:extLst>
          </p:cNvPr>
          <p:cNvSpPr/>
          <p:nvPr/>
        </p:nvSpPr>
        <p:spPr>
          <a:xfrm>
            <a:off x="6184492" y="4668864"/>
            <a:ext cx="5923935" cy="10975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dirty="0"/>
              <a:t>Не гарантирует полного покрытия всех возможных сценариев использования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585335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Другая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161</TotalTime>
  <Words>1046</Words>
  <Application>Microsoft Office PowerPoint</Application>
  <PresentationFormat>Широкоэкранный</PresentationFormat>
  <Paragraphs>67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Calibri</vt:lpstr>
      <vt:lpstr>Times New Roman</vt:lpstr>
      <vt:lpstr>Wingdings 2</vt:lpstr>
      <vt:lpstr>Сланец</vt:lpstr>
      <vt:lpstr>Классификация тестирования по уровням</vt:lpstr>
      <vt:lpstr>Уровни тестирования программного обеспечения</vt:lpstr>
      <vt:lpstr>Приемочное тестирование(Acceptance testing)</vt:lpstr>
      <vt:lpstr>Плюсы и минусы</vt:lpstr>
      <vt:lpstr>Модульное тестирование(Unit-testing)</vt:lpstr>
      <vt:lpstr>Плюсы и минусы</vt:lpstr>
      <vt:lpstr>Интеграционное тестирование(Integration testing)</vt:lpstr>
      <vt:lpstr>Плюсы и минусы</vt:lpstr>
      <vt:lpstr>Системное тестирование(System testing)</vt:lpstr>
      <vt:lpstr>Плюсы и минусы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ВЛАДИМИР САФАРГАЛЕЕВ</dc:creator>
  <cp:lastModifiedBy>ВЛАДИМИР САФАРГАЛЕЕВ</cp:lastModifiedBy>
  <cp:revision>1</cp:revision>
  <dcterms:created xsi:type="dcterms:W3CDTF">2025-11-30T14:11:39Z</dcterms:created>
  <dcterms:modified xsi:type="dcterms:W3CDTF">2025-12-01T00:47:12Z</dcterms:modified>
</cp:coreProperties>
</file>